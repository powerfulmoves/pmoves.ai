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We offer faster, cheaper services—run by your customers.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You’ll see lower costs and more loyalty; spend stays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Start with one service this week.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Offer a pilot discount for first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You’ll get customers and goodwill.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 feature vendors in DAO announcements.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It’s just like accepting store credit.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We’ll reconcile monthly with clear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We follow NDAs and protect PII.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Vendors see service metrics and payouts.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We coordinate runs to reduce costs.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Participation can fund shared assets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Quality is measured; good performance wins more work.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 tell the story publicly with your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Keep this high level.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We’ll run a custom calculator with your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You have a clear voice in what we scale.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Monthly touchpoints guarantee responsiveness.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Close with a direct ask.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Set a meeting to scope your first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QR points to the shared folder for vendor docs.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We’ll update with your onboarding form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Local Platform to Grow Your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Local Businesses Deck (v0.2) | 2025-09-07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You Can Use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Document OCR + searchable archive (RAG)</a:t>
            </a:r>
          </a:p>
          <a:p>
            <a:pPr/>
            <a:r>
              <a:t>• Media editing/transcode/publish</a:t>
            </a:r>
          </a:p>
          <a:p>
            <a:pPr/>
            <a:r>
              <a:t>• AI marketing office hours (content, CRM)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Partner Locally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Faster turnaround; lower costs</a:t>
            </a:r>
          </a:p>
          <a:p>
            <a:pPr/>
            <a:r>
              <a:t>• Spend stays in the neighborhood</a:t>
            </a:r>
          </a:p>
          <a:p>
            <a:pPr/>
            <a:r>
              <a:t>• Visibility at resident events &amp; DAO channels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Accept $CRED alongside cash</a:t>
            </a:r>
          </a:p>
          <a:p>
            <a:pPr/>
            <a:r>
              <a:t>• Pre‑orders to guarantee demand</a:t>
            </a:r>
          </a:p>
          <a:p>
            <a:pPr/>
            <a:r>
              <a:t>• Simple monthly reconciliation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Clear permissions &amp; data handling</a:t>
            </a:r>
          </a:p>
          <a:p>
            <a:pPr/>
            <a:r>
              <a:t>• Service‑level metrics and QA</a:t>
            </a:r>
          </a:p>
          <a:p>
            <a:pPr/>
            <a:r>
              <a:t>• Safe multisig treasury and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Group‑Buy &amp;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Bulk delivery orchestration</a:t>
            </a:r>
          </a:p>
          <a:p>
            <a:pPr/>
            <a:r>
              <a:t>• Shuttle coordination for customers</a:t>
            </a:r>
          </a:p>
          <a:p>
            <a:pPr/>
            <a:r>
              <a:t>• Shared assets (vans, storage) through co‑op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Proof‑of‑Service &amp; Rewards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Transparent job metrics (uptime, QA)</a:t>
            </a:r>
          </a:p>
          <a:p>
            <a:pPr/>
            <a:r>
              <a:t>• Weekly vendor payouts</a:t>
            </a:r>
          </a:p>
          <a:p>
            <a:pPr/>
            <a:r>
              <a:t>• Co‑marketing &amp; case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Economics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Coordinated delivery reduces cost 8–14%</a:t>
            </a:r>
          </a:p>
          <a:p>
            <a:pPr/>
            <a:r>
              <a:t>• Shuttle can replace ~30% private trips</a:t>
            </a:r>
          </a:p>
          <a:p>
            <a:pPr/>
            <a:r>
              <a:t>• Savings fund assets (e.g., vans) in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90‑day pilot with 3 services</a:t>
            </a:r>
          </a:p>
          <a:p>
            <a:pPr/>
            <a:r>
              <a:t>• Monthly reports &amp; feedback loops</a:t>
            </a:r>
          </a:p>
          <a:p>
            <a:pPr/>
            <a:r>
              <a:t>• Scale services that hit KPIs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Become a founding vendor</a:t>
            </a:r>
          </a:p>
          <a:p>
            <a:pPr/>
            <a:r>
              <a:t>Offer a pilot discount or bundle</a:t>
            </a:r>
          </a:p>
          <a:p>
            <a:pPr/>
            <a:r>
              <a:t>Co‑design services with resident operators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 to Enroll &amp; Access the Vendor Pack</a:t>
            </a:r>
          </a:p>
        </p:txBody>
      </p:sp>
      <p:pic>
        <p:nvPicPr>
          <p:cNvPr id="3" name="Picture 2" descr="drive_qr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64592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2651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Drive folder:</a:t>
            </a:r>
          </a:p>
          <a:p>
            <a:pPr>
              <a:defRPr sz="1400">
                <a:solidFill>
                  <a:srgbClr val="0066CC"/>
                </a:solidFill>
              </a:defRPr>
            </a:pPr>
            <a:r>
              <a:t>https://drive.google.com/drive/folders/REPLACE_WITH_YOUR_LINK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