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60‑sec talk track:</a:t>
            </a:r>
            <a:br/>
            <a:r>
              <a:t>You get benefits day one: cheaper pre‑orders, paid roles, creative revenue.</a:t>
            </a:r>
          </a:p>
          <a:p>
            <a:br/>
            <a:pPr>
              <a:defRPr sz="1200"/>
            </a:pPr>
            <a:r>
              <a:t>5‑min talk track:</a:t>
            </a:r>
            <a:br/>
            <a:r>
              <a:t>Our goal is real income and lower costs; everything is transparent and member‑run.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60‑sec talk track:</a:t>
            </a:r>
            <a:br/>
            <a:r>
              <a:t>Immediate benefits sell the pilot.</a:t>
            </a:r>
          </a:p>
          <a:p>
            <a:br/>
            <a:pPr>
              <a:defRPr sz="1200"/>
            </a:pPr>
            <a:r>
              <a:t>5‑min talk track:</a:t>
            </a:r>
            <a:br/>
            <a:r>
              <a:t>Mention weekly office hours for AI help and business setup.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60‑sec talk track:</a:t>
            </a:r>
            <a:br/>
            <a:r>
              <a:t>It’s not crypto speculation; it’s store credit you earn and spend locally.</a:t>
            </a:r>
          </a:p>
          <a:p>
            <a:br/>
            <a:pPr>
              <a:defRPr sz="1200"/>
            </a:pPr>
            <a:r>
              <a:t>5‑min talk track:</a:t>
            </a:r>
            <a:br/>
            <a:r>
              <a:t>We publish weekly reports on payouts and savings.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60‑sec talk track:</a:t>
            </a:r>
            <a:br/>
            <a:r>
              <a:t>Explain the pathway ladder.</a:t>
            </a:r>
          </a:p>
          <a:p>
            <a:br/>
            <a:pPr>
              <a:defRPr sz="1200"/>
            </a:pPr>
            <a:r>
              <a:t>5‑min talk track:</a:t>
            </a:r>
            <a:br/>
            <a:r>
              <a:t>Matched savings make progress visible and build assets.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60‑sec talk track:</a:t>
            </a:r>
            <a:br/>
            <a:r>
              <a:t>Explain proof‑of‑service scoring.</a:t>
            </a:r>
          </a:p>
          <a:p>
            <a:br/>
            <a:pPr>
              <a:defRPr sz="1200"/>
            </a:pPr>
            <a:r>
              <a:t>5‑min talk track:</a:t>
            </a:r>
            <a:br/>
            <a:r>
              <a:t>Neighbors can try it on basic hardware; we have different tiers.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60‑sec talk track:</a:t>
            </a:r>
            <a:br/>
            <a:r>
              <a:t>Creators get paid and credited automatically.</a:t>
            </a:r>
          </a:p>
          <a:p>
            <a:br/>
            <a:pPr>
              <a:defRPr sz="1200"/>
            </a:pPr>
            <a:r>
              <a:t>5‑min talk track:</a:t>
            </a:r>
            <a:br/>
            <a:r>
              <a:t>We’ll feature resident talent in events.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60‑sec talk track:</a:t>
            </a:r>
            <a:br/>
            <a:r>
              <a:t>Invite sign‑ups for first three containers.</a:t>
            </a:r>
          </a:p>
          <a:p>
            <a:br/>
            <a:pPr>
              <a:defRPr sz="1200"/>
            </a:pPr>
            <a:r>
              <a:t>5‑min talk track:</a:t>
            </a:r>
            <a:br/>
            <a:r>
              <a:t>Explain we start with the services people want most.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60‑sec talk track:</a:t>
            </a:r>
            <a:br/>
            <a:r>
              <a:t>Show the numbers at a high level.</a:t>
            </a:r>
          </a:p>
          <a:p>
            <a:br/>
            <a:pPr>
              <a:defRPr sz="1200"/>
            </a:pPr>
            <a:r>
              <a:t>5‑min talk track:</a:t>
            </a:r>
            <a:br/>
            <a:r>
              <a:t>Explain more households served because pre‑orders and credits remove barriers.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60‑sec talk track:</a:t>
            </a:r>
            <a:br/>
            <a:r>
              <a:t>Residents’ work earns $WORK voting power.</a:t>
            </a:r>
          </a:p>
          <a:p>
            <a:br/>
            <a:pPr>
              <a:defRPr sz="1200"/>
            </a:pPr>
            <a:r>
              <a:t>5‑min talk track:</a:t>
            </a:r>
            <a:br/>
            <a:r>
              <a:t>No one can steamroll decisions; both houses must agree.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60‑sec talk track:</a:t>
            </a:r>
            <a:br/>
            <a:r>
              <a:t>End with clear invites.</a:t>
            </a:r>
          </a:p>
          <a:p>
            <a:br/>
            <a:pPr>
              <a:defRPr sz="1200"/>
            </a:pPr>
            <a:r>
              <a:t>5‑min talk track:</a:t>
            </a:r>
            <a:br/>
            <a:r>
              <a:t>We’ll message meeting times and sign‑up forms.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60‑sec talk track:</a:t>
            </a:r>
            <a:br/>
            <a:r>
              <a:t>If QR is not live yet, use the URL text.</a:t>
            </a:r>
          </a:p>
          <a:p>
            <a:br/>
            <a:pPr>
              <a:defRPr sz="1200"/>
            </a:pPr>
            <a:r>
              <a:t>5‑min talk track:</a:t>
            </a:r>
            <a:br/>
            <a:r>
              <a:t>We’ll update the QR with the final Drive link.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Build It Together, Own It Together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Residents Deck (v0.2) | 2025-09-07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You Get Right 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• Discounted pre‑orders (groceries/services)</a:t>
            </a:r>
          </a:p>
          <a:p>
            <a:pPr/>
            <a:r>
              <a:t>• Paid operator roles (home node, media, support)</a:t>
            </a:r>
          </a:p>
          <a:p>
            <a:pPr/>
            <a:r>
              <a:t>• Creator pods with on‑chain revenue splits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Money Stays Local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• $CRED community credits redeemable with local vendors</a:t>
            </a:r>
          </a:p>
          <a:p>
            <a:pPr/>
            <a:r>
              <a:t>• Pre‑order rails = less waste, lower prices</a:t>
            </a:r>
          </a:p>
          <a:p>
            <a:pPr/>
            <a:r>
              <a:t>• Transparent payouts &amp; leaderboards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Pathways &amp;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Learner → Operator → Lead</a:t>
            </a:r>
          </a:p>
          <a:p>
            <a:pPr/>
            <a:r>
              <a:t>• Short trainings &amp; QA checks</a:t>
            </a:r>
          </a:p>
          <a:p>
            <a:pPr/>
            <a:r>
              <a:t>• Matched savings via $CRED</a:t>
            </a:r>
          </a:p>
          <a:p>
            <a:pPr/>
            <a:r>
              <a:t>• Weekly office hours (AI, finance, small biz)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Home‑Node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Run small services at home:</a:t>
            </a:r>
          </a:p>
          <a:p>
            <a:pPr/>
            <a:r>
              <a:t>• OCR/RAG for local businesses</a:t>
            </a:r>
          </a:p>
          <a:p>
            <a:pPr/>
            <a:r>
              <a:t>• Media transcode/publish for creators</a:t>
            </a:r>
          </a:p>
          <a:p>
            <a:pPr/>
            <a:r>
              <a:t>• AI assistant sessions</a:t>
            </a:r>
          </a:p>
          <a:p>
            <a:pPr/>
            <a:r>
              <a:t>Get paid weekly by performance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Creator Guild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• Make music/AI videos/art</a:t>
            </a:r>
          </a:p>
          <a:p>
            <a:pPr/>
            <a:r>
              <a:t>• Pre‑orders for drops and shows</a:t>
            </a:r>
          </a:p>
          <a:p>
            <a:pPr/>
            <a:r>
              <a:t>• On‑chain splits: instant &amp; transparent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Micro‑Business Containers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• Bulk delivery, shuttle, community kitchen</a:t>
            </a:r>
          </a:p>
          <a:p>
            <a:pPr/>
            <a:r>
              <a:t>• “Container” playbooks you can replicate</a:t>
            </a:r>
          </a:p>
          <a:p>
            <a:pPr/>
            <a:r>
              <a:t>• Vote on what to launch next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Community Wins (5‑Year)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• ~3.25× revenue &amp; ~4.4× profit vs traditional</a:t>
            </a:r>
          </a:p>
          <a:p>
            <a:pPr/>
            <a:r>
              <a:t>• ~2.6× more jobs; ~2.8× more households served</a:t>
            </a:r>
          </a:p>
          <a:p>
            <a:pPr/>
            <a:r>
              <a:t>• Democratic ownership &amp; voice for residents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We Decide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Two‑House Votes</a:t>
            </a:r>
          </a:p>
          <a:p>
            <a:pPr/>
            <a:r>
              <a:t>• Token House ($CAT) for strategy</a:t>
            </a:r>
          </a:p>
          <a:p>
            <a:pPr/>
            <a:r>
              <a:t>• Citizen House ($WORK) for programs &amp; grants</a:t>
            </a:r>
          </a:p>
          <a:p>
            <a:pPr/>
            <a:r>
              <a:t>A proposal passes only when both approve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Join the Pilot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Sign up: Operator, Creator Pod, or Vendor</a:t>
            </a:r>
          </a:p>
          <a:p>
            <a:pPr/>
            <a:r>
              <a:t>Bring a neighbor; earn $WORK + $CRED</a:t>
            </a:r>
          </a:p>
          <a:p>
            <a:pPr/>
            <a:r>
              <a:t>Community assemblies start next week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Scan to Join &amp; Access Resources</a:t>
            </a:r>
          </a:p>
        </p:txBody>
      </p:sp>
      <p:pic>
        <p:nvPicPr>
          <p:cNvPr id="3" name="Picture 2" descr="drive_qr_placeh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1645920"/>
            <a:ext cx="2743200" cy="2743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2011680"/>
            <a:ext cx="26517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Drive folder:</a:t>
            </a:r>
          </a:p>
          <a:p>
            <a:pPr>
              <a:defRPr sz="1400">
                <a:solidFill>
                  <a:srgbClr val="0066CC"/>
                </a:solidFill>
              </a:defRPr>
            </a:pPr>
            <a:r>
              <a:t>https://drive.google.com/drive/folders/REPLACE_WITH_YOUR_LINK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